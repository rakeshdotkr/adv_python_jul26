
<file path=[Content_Types].xml><?xml version="1.0" encoding="utf-8"?>
<Types xmlns="http://schemas.openxmlformats.org/package/2006/content-types">
  <Default Extension="bin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5" r:id="rId4"/>
    <p:sldId id="26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17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544E5-7EA9-A00F-222A-D4EFD78DE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F15C68-2B3F-571A-7DF0-7D84C2B520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24CA8-D6DB-E063-9105-674BE4F57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9F916-4B1C-3D95-33C8-9363A83D5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3C38B-70AE-5980-A3CD-A4ECE0FE4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839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2B496-8638-954D-4D09-C97F3AC8E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1CEC1-09D0-ABCF-EC32-672B8E2C1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oundRect">
            <a:avLst>
              <a:gd name="adj" fmla="val 4177"/>
            </a:avLst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72C83-063E-4D70-4E31-94AF42721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1F97A-D64B-7236-A706-E42180251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059C3-F302-3320-7EC0-1110229FD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7971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003E3-9AC9-6E4D-2CA7-E9B5F6066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9BBAA-7735-4006-4526-51F26B538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25614-D125-39B8-FA07-FF17A1E77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1BEE3-EE59-8FAC-294A-B32FAE563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334F7-18E4-AD6F-99B3-E81880B24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2612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34CF3-3D4D-C273-8CCD-5EAD90959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1182B-98E8-AA42-1A59-7EFEA90A80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18EEEB-B32D-8CC9-16A6-554B5027B9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709EF-B791-2EEA-36E2-38104C12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15842E-6F3A-A85B-6D53-65B5AE8C2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AEBD62-29A1-2911-ADF8-F8BCCA803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0742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D5427-74A9-5ED8-7773-0A9D0520D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BD954-6CF1-9CE6-CACF-455F6CC77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18FDFA-E79B-681D-21E4-8E6CB44C99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421589-80D3-F4DE-2BF3-EF09A5477D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954D82-8EA7-380F-7522-B00F34C5AA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AFC3FA-8362-05F0-1E84-C69C84DCA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F4058C-EFDC-73FA-7296-F85EE350D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CFA4C7-97BF-BB6D-558A-3F9C45D2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5632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93F998-5CFD-9FFA-739A-73D9D616D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6F2A18-A0A1-3DF4-CA91-995A773C6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E8E93-DC20-D6E7-8A2C-80486A532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659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D7E1B-3550-3840-CD6B-54BC1D478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AA294-D019-64D6-420D-13887C448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6530B7-90A7-3613-AC11-A4CB41AF5E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3F1F35-E180-2D84-1260-3DD835132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44B64A-BFA1-F5FA-CA69-5D81434A2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10EBEF-E358-2D3D-A2F9-B6EB3A1BF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2464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252C4-2991-64A8-3E05-2F2A11D18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9B7D28-C3EE-DA99-F6DF-A1DC180A7E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57CCCF-DEC8-7499-A7D2-878197E24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9535CF-242A-22B4-F764-120A33715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6783F1-76D6-C1A9-D67F-2FB614073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A694F2-6D19-29F7-3336-F3AE37B77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2097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C3A7F-4EF9-67FA-EE14-171F15FA0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3C73FB-80A5-F9CD-8920-45772AC4BF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795C18-2C1E-842B-417A-C5BB0492D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08207-1CD2-27A0-E167-60E3A4037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D08D8-2F64-5C6E-959B-A18A7017F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655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B9B0B3-0B63-BDB9-ED7B-5690C538CD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B7BFFE-AAD6-8C50-43D9-A990F62561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AC6E2-04DF-6DEE-3397-2F511BB83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D5E37-2472-4004-E51E-65D6D8A00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1BAC8-106B-CFB9-8D4B-11A9E7D75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5892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9AFC7-5A92-11DE-9403-A24DCCB90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287" y="1443517"/>
            <a:ext cx="10515600" cy="1325563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Quicksand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15A780-312C-AC19-25E9-5A8A6C0B7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5813169"/>
      </p:ext>
    </p:extLst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ct">
            <a:extLst>
              <a:ext uri="{FF2B5EF4-FFF2-40B4-BE49-F238E27FC236}">
                <a16:creationId xmlns:a16="http://schemas.microsoft.com/office/drawing/2014/main" id="{1CEABFB7-0E55-6B42-07AC-811A73351439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alphaModFix/>
          </a:blip>
          <a:stretch/>
        </p:blipFill>
        <p:spPr>
          <a:xfrm>
            <a:off x="0" y="0"/>
            <a:ext cx="10601325" cy="1420273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3DBBF8-B311-9293-FDF3-4A284D9FB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132" y="9471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C9F6C6-73A5-0E7A-7077-E131FC32C6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oundRect">
            <a:avLst>
              <a:gd name="adj" fmla="val 4177"/>
            </a:avLst>
          </a:prstGeom>
          <a:solidFill>
            <a:srgbClr val="DDE4F8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 Fourth level</a:t>
            </a:r>
          </a:p>
          <a:p>
            <a:pPr lvl="4"/>
            <a:r>
              <a:rPr lang="en-US" dirty="0"/>
              <a:t> 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7E770-D3AD-DCE7-4035-43C1F5E493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5B2C23-CAA5-461A-B309-C4617A063A1D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A65FE-6E8B-5A92-BCDE-6641812534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37AEF-085A-A1E4-5D23-50EC9146D0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layoutShapeInnerChild1">
            <a:extLst>
              <a:ext uri="{FF2B5EF4-FFF2-40B4-BE49-F238E27FC236}">
                <a16:creationId xmlns:a16="http://schemas.microsoft.com/office/drawing/2014/main" id="{5DE74BB6-3FFA-3BBE-C247-88A534B93E63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alphaModFix/>
            <a:extLst>
              <a:ext uri="{899FBA48-7B2C-474C-B2AE-7FA3B76AA679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 t="-261" b="-261"/>
          <a:stretch/>
        </p:blipFill>
        <p:spPr>
          <a:xfrm>
            <a:off x="11743019" y="329183"/>
            <a:ext cx="448981" cy="89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493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  <p:bldP spid="3" grpId="0" uiExpand="1" build="p" animBg="1">
        <p:tmplLst>
          <p:tmpl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1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Quicksand" pitchFamily="2" charset="0"/>
          <a:ea typeface="+mj-ea"/>
          <a:cs typeface="+mj-cs"/>
        </a:defRPr>
      </a:lvl1pPr>
    </p:titleStyle>
    <p:bodyStyle>
      <a:lvl1pPr marL="801688" indent="-228600" algn="l" defTabSz="914400" rtl="0" eaLnBrk="1" latinLnBrk="0" hangingPunct="1">
        <a:lnSpc>
          <a:spcPct val="150000"/>
        </a:lnSpc>
        <a:spcBef>
          <a:spcPts val="10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b="1" kern="1200">
          <a:solidFill>
            <a:schemeClr val="tx1"/>
          </a:solidFill>
          <a:latin typeface="Quicksand" pitchFamily="2" charset="0"/>
          <a:ea typeface="+mn-ea"/>
          <a:cs typeface="+mn-cs"/>
        </a:defRPr>
      </a:lvl1pPr>
      <a:lvl2pPr marL="1258888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2pPr>
      <a:lvl3pPr marL="1614488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3pPr>
      <a:lvl4pPr marL="1884363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4pPr>
      <a:lvl5pPr marL="2155825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796AC-54CC-02BC-97BA-F4D5EE062A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solidFill>
                  <a:srgbClr val="222222"/>
                </a:solidFill>
                <a:latin typeface="Arial" panose="020B0604020202020204" pitchFamily="34" charset="0"/>
              </a:rPr>
              <a:t>Asynchronous Programming with </a:t>
            </a:r>
            <a:r>
              <a:rPr lang="en-IN" sz="4000" dirty="0" err="1">
                <a:solidFill>
                  <a:srgbClr val="222222"/>
                </a:solidFill>
                <a:latin typeface="Arial" panose="020B0604020202020204" pitchFamily="34" charset="0"/>
              </a:rPr>
              <a:t>asyncio</a:t>
            </a: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4E0735-0A03-3173-5369-23FD212D08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#5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8615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4E1FA-63A8-7D47-0C03-07518B76B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Prerequisites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708CF-EFC5-E74D-2A97-90AB9F6D65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30288" indent="-457200">
              <a:buAutoNum type="arabicPeriod"/>
            </a:pPr>
            <a:r>
              <a:rPr lang="en-IN" dirty="0"/>
              <a:t>Understanding Concurrency vs Parallelism</a:t>
            </a:r>
          </a:p>
          <a:p>
            <a:pPr marL="1030288" indent="-457200">
              <a:buAutoNum type="arabicPeriod"/>
            </a:pPr>
            <a:r>
              <a:rPr lang="en-US" dirty="0"/>
              <a:t> I/O Bound vs CPU Bound Operations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6467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0BE95-69ED-9220-7670-8981CE518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Asynchronous programming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CFB78-5F3F-E689-0829-B106CD311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/>
              <a:t>Asynchronous programming allows a program to handle multiple operations concurrently without blocking the execution of other operations. </a:t>
            </a:r>
          </a:p>
          <a:p>
            <a:r>
              <a:rPr lang="en-US" b="0" dirty="0"/>
              <a:t>When one operation is waiting (for I/O, network, etc.), the program can switch to another operation.</a:t>
            </a:r>
          </a:p>
        </p:txBody>
      </p:sp>
    </p:spTree>
    <p:extLst>
      <p:ext uri="{BB962C8B-B14F-4D97-AF65-F5344CB8AC3E}">
        <p14:creationId xmlns:p14="http://schemas.microsoft.com/office/powerpoint/2010/main" val="1937598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FA04A0D-4115-3A1E-7E14-C8DBAC62B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Thank You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5522624"/>
      </p:ext>
    </p:extLst>
  </p:cSld>
  <p:clrMapOvr>
    <a:masterClrMapping/>
  </p:clrMapOvr>
</p:sld>
</file>

<file path=ppt/theme/theme1.xml><?xml version="1.0" encoding="utf-8"?>
<a:theme xmlns:a="http://schemas.openxmlformats.org/drawingml/2006/main" name="ABC Final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BC Final Theme" id="{671380DE-0F6A-48AA-BCBD-DD1332E66760}" vid="{BFD2BD10-29C3-40AA-8AC4-FE51644B6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ABC Final Theme</Template>
  <TotalTime>2600</TotalTime>
  <Words>65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IBM Plex Sans</vt:lpstr>
      <vt:lpstr>Quicksand</vt:lpstr>
      <vt:lpstr>ABC Final Theme</vt:lpstr>
      <vt:lpstr>Asynchronous Programming with asyncio</vt:lpstr>
      <vt:lpstr>Prerequisites</vt:lpstr>
      <vt:lpstr>Asynchronous programming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Rakesh Kr</dc:creator>
  <cp:lastModifiedBy>Rakesh Kr</cp:lastModifiedBy>
  <cp:revision>10</cp:revision>
  <dcterms:created xsi:type="dcterms:W3CDTF">2026-07-07T12:11:42Z</dcterms:created>
  <dcterms:modified xsi:type="dcterms:W3CDTF">2026-07-24T18:42:30Z</dcterms:modified>
</cp:coreProperties>
</file>