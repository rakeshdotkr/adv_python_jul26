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4" r:id="rId4"/>
    <p:sldId id="258" r:id="rId5"/>
    <p:sldId id="259" r:id="rId6"/>
    <p:sldId id="265" r:id="rId7"/>
    <p:sldId id="266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7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83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971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612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74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632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59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64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097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655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892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813169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B2C23-CAA5-461A-B309-C4617A063A1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796AC-54CC-02BC-97BA-F4D5EE062A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Functional Programming, Decorators &amp; Closures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E0735-0A03-3173-5369-23FD212D08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#2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615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E1FA-63A8-7D47-0C03-07518B76B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708CF-EFC5-E74D-2A97-90AB9F6D6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3088" indent="0">
              <a:buNone/>
            </a:pPr>
            <a:r>
              <a:rPr lang="en-US" dirty="0"/>
              <a:t>1. </a:t>
            </a:r>
            <a:r>
              <a:rPr lang="en-IN" dirty="0"/>
              <a:t>First-Class Functions</a:t>
            </a:r>
            <a:endParaRPr lang="en-US" dirty="0"/>
          </a:p>
          <a:p>
            <a:pPr marL="573088" indent="0">
              <a:buNone/>
            </a:pPr>
            <a:r>
              <a:rPr lang="en-IN" dirty="0"/>
              <a:t>2. Lambda Functions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467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30B56-2F33-0C34-8513-4E90DB81D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First-Class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16039-3713-E022-3150-85B2C2FB6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 In Python, functions are "first-class citizens," meaning they can be:</a:t>
            </a:r>
          </a:p>
          <a:p>
            <a:pPr lvl="1" fontAlgn="base"/>
            <a:r>
              <a:rPr lang="en-US" b="0" dirty="0"/>
              <a:t>Assigned to variables</a:t>
            </a:r>
          </a:p>
          <a:p>
            <a:pPr lvl="1" fontAlgn="base"/>
            <a:r>
              <a:rPr lang="en-US" b="0" dirty="0"/>
              <a:t>Passed as arguments to other functions</a:t>
            </a:r>
          </a:p>
          <a:p>
            <a:pPr lvl="1" fontAlgn="base"/>
            <a:r>
              <a:rPr lang="en-US" b="0" dirty="0"/>
              <a:t>Returned from functions</a:t>
            </a:r>
          </a:p>
          <a:p>
            <a:pPr lvl="1" fontAlgn="base"/>
            <a:r>
              <a:rPr lang="en-US" b="0" dirty="0"/>
              <a:t>Stored in data structures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4117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02AF-D692-F9A5-8BE5-B589CEE6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Lambda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7ECF1-5179-75CC-2CA1-947AC5780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Lambda functions are small, anonymous functions defined using the </a:t>
            </a:r>
            <a:r>
              <a:rPr lang="en-US" dirty="0"/>
              <a:t>lambda</a:t>
            </a:r>
            <a:r>
              <a:rPr lang="en-US" b="0" dirty="0"/>
              <a:t> keyword. They can have any number of parameters but only one expression.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0702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8E2F9-54D9-16C9-211B-334B7BBE4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C3D8E-2B9D-6337-0C81-5C2333FF8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Functional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9E716-0BB9-0C9E-12EC-77FB306E3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Functional Programming</a:t>
            </a:r>
            <a:r>
              <a:rPr lang="en-US" b="0" dirty="0"/>
              <a:t> is a programming paradigm where programs are constructed by applying and composing functions. It emphasizes:</a:t>
            </a:r>
          </a:p>
          <a:p>
            <a:pPr lvl="1" fontAlgn="base"/>
            <a:r>
              <a:rPr lang="en-US" sz="1800" dirty="0"/>
              <a:t>Pure Functions</a:t>
            </a:r>
            <a:r>
              <a:rPr lang="en-US" sz="1800" b="0" dirty="0"/>
              <a:t>: Functions that always produce the same output for the same input and have no side effects</a:t>
            </a:r>
          </a:p>
          <a:p>
            <a:pPr lvl="1" fontAlgn="base"/>
            <a:r>
              <a:rPr lang="en-US" sz="1800" dirty="0"/>
              <a:t>Immutability</a:t>
            </a:r>
            <a:r>
              <a:rPr lang="en-US" sz="1800" b="0" dirty="0"/>
              <a:t>: Data that cannot be changed after creation</a:t>
            </a:r>
          </a:p>
          <a:p>
            <a:pPr lvl="1" fontAlgn="base"/>
            <a:r>
              <a:rPr lang="en-US" sz="1800" dirty="0"/>
              <a:t>Function Composition</a:t>
            </a:r>
            <a:r>
              <a:rPr lang="en-US" sz="1800" b="0" dirty="0"/>
              <a:t>: Building complex functions from simpler ones</a:t>
            </a:r>
          </a:p>
          <a:p>
            <a:pPr lvl="1" fontAlgn="base"/>
            <a:r>
              <a:rPr lang="en-US" sz="1800" dirty="0"/>
              <a:t>Declarative Style</a:t>
            </a:r>
            <a:r>
              <a:rPr lang="en-US" sz="1800" b="0" dirty="0"/>
              <a:t>: Describing WHAT to do, not HOW to do it</a:t>
            </a:r>
          </a:p>
        </p:txBody>
      </p:sp>
    </p:spTree>
    <p:extLst>
      <p:ext uri="{BB962C8B-B14F-4D97-AF65-F5344CB8AC3E}">
        <p14:creationId xmlns:p14="http://schemas.microsoft.com/office/powerpoint/2010/main" val="1082921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0BE95-69ED-9220-7670-8981CE518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CFB78-5F3F-E689-0829-B106CD311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A </a:t>
            </a:r>
            <a:r>
              <a:rPr lang="en-US" dirty="0"/>
              <a:t>closure</a:t>
            </a:r>
            <a:r>
              <a:rPr lang="en-US" b="0" dirty="0"/>
              <a:t> is a function that remembers the values from the scope </a:t>
            </a:r>
            <a:br>
              <a:rPr lang="en-US" b="0" dirty="0"/>
            </a:br>
            <a:r>
              <a:rPr lang="en-US" b="0" dirty="0"/>
              <a:t>where it was defined, even when that scope is no longer active.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7598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F129-C720-2862-DE82-E509FA92E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Decorators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F2D58-198F-7988-ECD3-C9DACD3FD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A </a:t>
            </a:r>
            <a:r>
              <a:rPr lang="en-US" dirty="0"/>
              <a:t>decorator</a:t>
            </a:r>
            <a:r>
              <a:rPr lang="en-US" b="0" dirty="0"/>
              <a:t> is a function that takes another function as an argument </a:t>
            </a:r>
            <a:br>
              <a:rPr lang="en-US" b="0" dirty="0"/>
            </a:br>
            <a:r>
              <a:rPr lang="en-US" b="0" dirty="0"/>
              <a:t>and returns a new function with enhanced behavior. </a:t>
            </a:r>
          </a:p>
          <a:p>
            <a:r>
              <a:rPr lang="en-US" b="0" dirty="0"/>
              <a:t>Decorators allow you to modify or extend the behavior of functions </a:t>
            </a:r>
            <a:br>
              <a:rPr lang="en-US" b="0" dirty="0"/>
            </a:br>
            <a:r>
              <a:rPr lang="en-US" b="0" dirty="0"/>
              <a:t>without changing their source code.</a:t>
            </a:r>
          </a:p>
          <a:p>
            <a:r>
              <a:rPr lang="en-US" b="0" dirty="0"/>
              <a:t>A pure function:</a:t>
            </a:r>
          </a:p>
          <a:p>
            <a:pPr lvl="1" fontAlgn="base"/>
            <a:r>
              <a:rPr lang="en-US" b="0" dirty="0"/>
              <a:t>Always returns the same output for the same input</a:t>
            </a:r>
          </a:p>
          <a:p>
            <a:pPr lvl="1" fontAlgn="base"/>
            <a:r>
              <a:rPr lang="en-US" b="0" dirty="0"/>
              <a:t>Has no side effects (doesn't modify external state)</a:t>
            </a:r>
          </a:p>
        </p:txBody>
      </p:sp>
    </p:spTree>
    <p:extLst>
      <p:ext uri="{BB962C8B-B14F-4D97-AF65-F5344CB8AC3E}">
        <p14:creationId xmlns:p14="http://schemas.microsoft.com/office/powerpoint/2010/main" val="1976249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A04A0D-4115-3A1E-7E14-C8DBAC62B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Thank You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522624"/>
      </p:ext>
    </p:extLst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ABC Final Theme</Template>
  <TotalTime>392</TotalTime>
  <Words>242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IBM Plex Sans</vt:lpstr>
      <vt:lpstr>Quicksand</vt:lpstr>
      <vt:lpstr>ABC Final Theme</vt:lpstr>
      <vt:lpstr>Functional Programming, Decorators &amp; Closures</vt:lpstr>
      <vt:lpstr>Prerequisites</vt:lpstr>
      <vt:lpstr>First-Class Functions</vt:lpstr>
      <vt:lpstr>Lambda Functions</vt:lpstr>
      <vt:lpstr>Functional Programming</vt:lpstr>
      <vt:lpstr>Closures</vt:lpstr>
      <vt:lpstr>Decorators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Rakesh Kr</dc:creator>
  <cp:lastModifiedBy>Rakesh Kr</cp:lastModifiedBy>
  <cp:revision>6</cp:revision>
  <dcterms:created xsi:type="dcterms:W3CDTF">2026-07-07T12:11:42Z</dcterms:created>
  <dcterms:modified xsi:type="dcterms:W3CDTF">2026-07-09T13:43:06Z</dcterms:modified>
</cp:coreProperties>
</file>