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9" d="100"/>
          <a:sy n="89" d="100"/>
        </p:scale>
        <p:origin x="2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83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97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61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63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5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6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9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92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1316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B2C23-CAA5-461A-B309-C4617A063A1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96AC-54CC-02BC-97BA-F4D5EE062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i="0" u="none" strike="noStrike" baseline="0" dirty="0">
                <a:solidFill>
                  <a:srgbClr val="222222"/>
                </a:solidFill>
                <a:latin typeface="Arial" panose="020B0604020202020204" pitchFamily="34" charset="0"/>
              </a:rPr>
              <a:t>Concurrency — Threading &amp;</a:t>
            </a:r>
            <a:br>
              <a:rPr lang="en-IN" sz="4000" b="1" i="0" u="none" strike="noStrike" baseline="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IN" sz="4000" b="1" i="0" u="none" strike="noStrike" baseline="0" dirty="0">
                <a:solidFill>
                  <a:srgbClr val="222222"/>
                </a:solidFill>
                <a:latin typeface="Arial" panose="020B0604020202020204" pitchFamily="34" charset="0"/>
              </a:rPr>
              <a:t>Multiprocessing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E0735-0A03-3173-5369-23FD212D0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#4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E1FA-63A8-7D47-0C03-07518B76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708CF-EFC5-E74D-2A97-90AB9F6D6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30288" indent="-457200">
              <a:buAutoNum type="arabicPeriod"/>
            </a:pPr>
            <a:r>
              <a:rPr lang="en-IN" dirty="0"/>
              <a:t>Functions and Classes</a:t>
            </a:r>
          </a:p>
          <a:p>
            <a:pPr marL="1030288" indent="-457200">
              <a:buAutoNum type="arabicPeriod"/>
            </a:pPr>
            <a:r>
              <a:rPr lang="en-IN" dirty="0"/>
              <a:t>Understanding Program Execution in Py</a:t>
            </a:r>
          </a:p>
          <a:p>
            <a:pPr marL="1030288" indent="-457200">
              <a:buAutoNum type="arabicPeriod"/>
            </a:pPr>
            <a:r>
              <a:rPr lang="en-IN" dirty="0"/>
              <a:t>The Global Interpreter Lock (GIL)</a:t>
            </a:r>
          </a:p>
          <a:p>
            <a:pPr marL="1030288" indent="-4572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46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BE95-69ED-9220-7670-8981CE51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| Threading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FB78-5F3F-E689-0829-B106CD311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Concurrency</a:t>
            </a:r>
            <a:r>
              <a:rPr lang="en-US" b="0" dirty="0"/>
              <a:t> is the ability of a program to make progress on multiple tasks at the same time, even if they're not actually executing simultaneously.</a:t>
            </a:r>
          </a:p>
          <a:p>
            <a:r>
              <a:rPr lang="en-US" dirty="0"/>
              <a:t>Threading</a:t>
            </a:r>
            <a:r>
              <a:rPr lang="en-US" b="0" dirty="0"/>
              <a:t> is a technique that allows multiple threads (lightweight processes) to run concurrently within a single program, sharing the same memory space.</a:t>
            </a:r>
          </a:p>
        </p:txBody>
      </p:sp>
    </p:spTree>
    <p:extLst>
      <p:ext uri="{BB962C8B-B14F-4D97-AF65-F5344CB8AC3E}">
        <p14:creationId xmlns:p14="http://schemas.microsoft.com/office/powerpoint/2010/main" val="193759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A04A0D-4115-3A1E-7E14-C8DBAC62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22624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2224</TotalTime>
  <Words>81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IBM Plex Sans</vt:lpstr>
      <vt:lpstr>Quicksand</vt:lpstr>
      <vt:lpstr>ABC Final Theme</vt:lpstr>
      <vt:lpstr>Concurrency — Threading &amp; Multiprocessing</vt:lpstr>
      <vt:lpstr>Prerequisites</vt:lpstr>
      <vt:lpstr>Concurrency | Threading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Kr</dc:creator>
  <cp:lastModifiedBy>Rakesh Kr</cp:lastModifiedBy>
  <cp:revision>9</cp:revision>
  <dcterms:created xsi:type="dcterms:W3CDTF">2026-07-07T12:11:42Z</dcterms:created>
  <dcterms:modified xsi:type="dcterms:W3CDTF">2026-07-20T13:52:15Z</dcterms:modified>
</cp:coreProperties>
</file>