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3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97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1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63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5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9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1316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B2C23-CAA5-461A-B309-C4617A063A1D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96AC-54CC-02BC-97BA-F4D5EE062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Iterators, Generators &amp; Context Managers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E0735-0A03-3173-5369-23FD212D0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#3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E1FA-63A8-7D47-0C03-07518B76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08CF-EFC5-E74D-2A97-90AB9F6D6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30288" indent="-457200">
              <a:buAutoNum type="arabicPeriod"/>
            </a:pPr>
            <a:r>
              <a:rPr lang="en-IN" dirty="0"/>
              <a:t>Loops</a:t>
            </a:r>
          </a:p>
          <a:p>
            <a:pPr marL="1030288" indent="-457200">
              <a:buAutoNum type="arabicPeriod"/>
            </a:pPr>
            <a:r>
              <a:rPr lang="en-IN" dirty="0"/>
              <a:t>Functions, Class</a:t>
            </a:r>
          </a:p>
          <a:p>
            <a:pPr marL="573088" indent="0">
              <a:buNone/>
            </a:pPr>
            <a:r>
              <a:rPr lang="en-IN" dirty="0"/>
              <a:t>3.    File Handling Basics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BE95-69ED-9220-7670-8981CE51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FB78-5F3F-E689-0829-B106CD311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An </a:t>
            </a:r>
            <a:r>
              <a:rPr lang="en-US" dirty="0"/>
              <a:t>iterator</a:t>
            </a:r>
            <a:r>
              <a:rPr lang="en-US" b="0" dirty="0"/>
              <a:t> is an object that allows you to traverse through a sequence of values one at a time. </a:t>
            </a:r>
          </a:p>
          <a:p>
            <a:r>
              <a:rPr lang="en-US" b="0" dirty="0"/>
              <a:t>It remembers its position and knows how to get the next value.</a:t>
            </a:r>
          </a:p>
        </p:txBody>
      </p:sp>
    </p:spTree>
    <p:extLst>
      <p:ext uri="{BB962C8B-B14F-4D97-AF65-F5344CB8AC3E}">
        <p14:creationId xmlns:p14="http://schemas.microsoft.com/office/powerpoint/2010/main" val="193759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F129-C720-2862-DE82-E509FA92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F2D58-198F-7988-ECD3-C9DACD3FD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A </a:t>
            </a:r>
            <a:r>
              <a:rPr lang="en-US" dirty="0"/>
              <a:t>generator</a:t>
            </a:r>
            <a:r>
              <a:rPr lang="en-US" b="0" dirty="0"/>
              <a:t> is a special type of </a:t>
            </a:r>
            <a:r>
              <a:rPr lang="en-US" dirty="0"/>
              <a:t>iterator</a:t>
            </a:r>
            <a:r>
              <a:rPr lang="en-US" b="0" dirty="0"/>
              <a:t> that is defined using </a:t>
            </a:r>
            <a:br>
              <a:rPr lang="en-US" b="0" dirty="0"/>
            </a:br>
            <a:r>
              <a:rPr lang="en-US" b="0" dirty="0"/>
              <a:t>a function with the </a:t>
            </a:r>
            <a:r>
              <a:rPr lang="en-US" dirty="0"/>
              <a:t>yield</a:t>
            </a:r>
            <a:r>
              <a:rPr lang="en-US" b="0" dirty="0"/>
              <a:t> keyword instead of </a:t>
            </a:r>
            <a:r>
              <a:rPr lang="en-US" dirty="0"/>
              <a:t>return</a:t>
            </a:r>
            <a:r>
              <a:rPr lang="en-US" b="0" dirty="0"/>
              <a:t>. </a:t>
            </a:r>
          </a:p>
          <a:p>
            <a:r>
              <a:rPr lang="en-US" b="0" dirty="0"/>
              <a:t>Generators produce values lazily, one at a time, and remember </a:t>
            </a:r>
            <a:br>
              <a:rPr lang="en-US" b="0" dirty="0"/>
            </a:br>
            <a:r>
              <a:rPr lang="en-US" b="0" dirty="0"/>
              <a:t>their state between calls.</a:t>
            </a:r>
          </a:p>
        </p:txBody>
      </p:sp>
    </p:spTree>
    <p:extLst>
      <p:ext uri="{BB962C8B-B14F-4D97-AF65-F5344CB8AC3E}">
        <p14:creationId xmlns:p14="http://schemas.microsoft.com/office/powerpoint/2010/main" val="1976249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45C8-E75C-E46F-DCC2-53B43006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Managers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4B02B-DAD2-7DDF-929E-B10C249EA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 </a:t>
            </a:r>
            <a:r>
              <a:rPr lang="en-US" dirty="0"/>
              <a:t>context manager</a:t>
            </a:r>
            <a:r>
              <a:rPr lang="en-US" b="0" dirty="0"/>
              <a:t> is an </a:t>
            </a:r>
            <a:r>
              <a:rPr lang="en-US" dirty="0"/>
              <a:t>object</a:t>
            </a:r>
            <a:r>
              <a:rPr lang="en-US" b="0" dirty="0"/>
              <a:t> that defines the runtime context to be established when executing a </a:t>
            </a:r>
            <a:r>
              <a:rPr lang="en-US" dirty="0"/>
              <a:t>with statement</a:t>
            </a:r>
            <a:r>
              <a:rPr lang="en-US" b="0" dirty="0"/>
              <a:t>. </a:t>
            </a:r>
          </a:p>
          <a:p>
            <a:r>
              <a:rPr lang="en-US" b="0" dirty="0"/>
              <a:t>It handles setup and teardown operations automatically, ensuring </a:t>
            </a:r>
            <a:br>
              <a:rPr lang="en-US" b="0" dirty="0"/>
            </a:br>
            <a:r>
              <a:rPr lang="en-US" b="0" dirty="0"/>
              <a:t>resources are properly managed.</a:t>
            </a:r>
          </a:p>
        </p:txBody>
      </p:sp>
    </p:spTree>
    <p:extLst>
      <p:ext uri="{BB962C8B-B14F-4D97-AF65-F5344CB8AC3E}">
        <p14:creationId xmlns:p14="http://schemas.microsoft.com/office/powerpoint/2010/main" val="28613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E97DB-2E84-0335-0A4F-2CCDD76F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it?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DE89E-6C6A-4DCB-E7D0-466D11778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Iterators :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</a:rPr>
              <a:t>Custom iteration logic, need to reuse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Generators :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</a:rPr>
              <a:t>Large data processing, pipelines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Context Managers: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</a:rPr>
              <a:t>Resource management(files, DB</a:t>
            </a:r>
            <a:r>
              <a:rPr lang="en-US" b="0">
                <a:solidFill>
                  <a:srgbClr val="000000"/>
                </a:solidFill>
                <a:latin typeface="Arial" panose="020B0604020202020204" pitchFamily="34" charset="0"/>
              </a:rPr>
              <a:t>, Connection pool)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807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A04A0D-4115-3A1E-7E14-C8DBAC62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22624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1330</TotalTime>
  <Words>167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IBM Plex Sans</vt:lpstr>
      <vt:lpstr>Quicksand</vt:lpstr>
      <vt:lpstr>ABC Final Theme</vt:lpstr>
      <vt:lpstr>Iterators, Generators &amp; Context Managers</vt:lpstr>
      <vt:lpstr>Prerequisites</vt:lpstr>
      <vt:lpstr>Iterator</vt:lpstr>
      <vt:lpstr>Generators</vt:lpstr>
      <vt:lpstr>Context Managers</vt:lpstr>
      <vt:lpstr>When to use it?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8</cp:revision>
  <dcterms:created xsi:type="dcterms:W3CDTF">2026-07-07T12:11:42Z</dcterms:created>
  <dcterms:modified xsi:type="dcterms:W3CDTF">2026-07-16T13:27:58Z</dcterms:modified>
</cp:coreProperties>
</file>