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17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OOP — </a:t>
            </a:r>
            <a:r>
              <a:rPr lang="en-US" sz="40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Metaclasses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Descriptors &amp; ABCs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#1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US" dirty="0"/>
              <a:t>1. Basic Python Classes and Objects</a:t>
            </a:r>
          </a:p>
          <a:p>
            <a:pPr marL="573088" indent="0">
              <a:buNone/>
            </a:pPr>
            <a:r>
              <a:rPr lang="en-IN" dirty="0"/>
              <a:t>2. Inheritance</a:t>
            </a:r>
          </a:p>
          <a:p>
            <a:pPr marL="573088" indent="0">
              <a:buNone/>
            </a:pPr>
            <a:r>
              <a:rPr lang="en-IN" dirty="0"/>
              <a:t>3. Magic Methods (Dunder Methods)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0AD9-8B27-4806-8D9A-920D77F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9CBD-9D8F-25F7-C09D-150023C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FBF7-00DE-DF4F-4051-B79A81B7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IN" dirty="0"/>
              <a:t>3. Magic Methods (Dunder Methods): </a:t>
            </a:r>
            <a:r>
              <a:rPr lang="en-US" b="0" dirty="0"/>
              <a:t>"Dunder" stands for </a:t>
            </a:r>
            <a:r>
              <a:rPr lang="en-US" dirty="0"/>
              <a:t>D</a:t>
            </a:r>
            <a:r>
              <a:rPr lang="en-US" b="0" dirty="0"/>
              <a:t>ouble </a:t>
            </a:r>
            <a:r>
              <a:rPr lang="en-US" dirty="0" err="1"/>
              <a:t>UNDER</a:t>
            </a:r>
            <a:r>
              <a:rPr lang="en-US" b="0" dirty="0" err="1"/>
              <a:t>score</a:t>
            </a:r>
            <a:r>
              <a:rPr lang="en-US" b="0" dirty="0"/>
              <a:t>. These methods start and end with two underscores (__), like __</a:t>
            </a:r>
            <a:r>
              <a:rPr lang="en-US" b="0" dirty="0" err="1"/>
              <a:t>init</a:t>
            </a:r>
            <a:r>
              <a:rPr lang="en-US" b="0" dirty="0"/>
              <a:t>__, __str__, __add__, etc.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0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02AF-D692-F9A5-8BE5-B589CEE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Base Classes (ABCs)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ECF1-5179-75CC-2CA1-947AC57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Abstract Base Class (ABC) is a class that cannot be instantiated (you can't create objects from it) and is designed to be inherited by other classes. It defines a blueprint or contract that all subclasses must follow.</a:t>
            </a:r>
          </a:p>
        </p:txBody>
      </p:sp>
    </p:spTree>
    <p:extLst>
      <p:ext uri="{BB962C8B-B14F-4D97-AF65-F5344CB8AC3E}">
        <p14:creationId xmlns:p14="http://schemas.microsoft.com/office/powerpoint/2010/main" val="429070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E2F9-54D9-16C9-211B-334B7BBE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3D8E-2B9D-6337-0C81-5C2333FF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E716-0BB9-0C9E-12EC-77FB306E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dirty="0"/>
              <a:t>__get__(self,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read the attribute</a:t>
            </a:r>
          </a:p>
          <a:p>
            <a:pPr lvl="1"/>
            <a:r>
              <a:rPr lang="en-IN" dirty="0"/>
              <a:t>__set__(self, </a:t>
            </a:r>
            <a:r>
              <a:rPr lang="en-IN" dirty="0" err="1"/>
              <a:t>obj</a:t>
            </a:r>
            <a:r>
              <a:rPr lang="en-IN" dirty="0"/>
              <a:t>, value) → Called when you write to the attribute</a:t>
            </a:r>
          </a:p>
          <a:p>
            <a:pPr lvl="1"/>
            <a:r>
              <a:rPr lang="en-IN" dirty="0"/>
              <a:t>__delete__(self, </a:t>
            </a:r>
            <a:r>
              <a:rPr lang="en-IN" dirty="0" err="1"/>
              <a:t>obj</a:t>
            </a:r>
            <a:r>
              <a:rPr lang="en-IN" dirty="0"/>
              <a:t>) → Called when you delete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10829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3230-5190-F64D-7613-6C554208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03EF-C9DB-1B67-2DD9-62F238FD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AD19-41CB-0F4F-7872-2BB38A1F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b="1" dirty="0"/>
              <a:t>__get__(</a:t>
            </a:r>
            <a:r>
              <a:rPr lang="en-IN" dirty="0"/>
              <a:t>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</a:t>
            </a:r>
            <a:r>
              <a:rPr lang="en-IN" b="1" dirty="0"/>
              <a:t>read</a:t>
            </a:r>
            <a:r>
              <a:rPr lang="en-IN" dirty="0"/>
              <a:t> the attribute</a:t>
            </a:r>
          </a:p>
          <a:p>
            <a:pPr lvl="1"/>
            <a:r>
              <a:rPr lang="en-IN" b="1" dirty="0"/>
              <a:t>__set__(</a:t>
            </a:r>
            <a:r>
              <a:rPr lang="en-IN" dirty="0"/>
              <a:t>self, </a:t>
            </a:r>
            <a:r>
              <a:rPr lang="en-IN" dirty="0" err="1"/>
              <a:t>obj</a:t>
            </a:r>
            <a:r>
              <a:rPr lang="en-IN" dirty="0"/>
              <a:t>, value) → Called when you </a:t>
            </a:r>
            <a:r>
              <a:rPr lang="en-IN" b="1" dirty="0"/>
              <a:t>write</a:t>
            </a:r>
            <a:r>
              <a:rPr lang="en-IN" dirty="0"/>
              <a:t> to the attribute</a:t>
            </a:r>
          </a:p>
          <a:p>
            <a:pPr lvl="1"/>
            <a:r>
              <a:rPr lang="en-IN" b="1" dirty="0"/>
              <a:t>__delete__(</a:t>
            </a:r>
            <a:r>
              <a:rPr lang="en-IN" dirty="0"/>
              <a:t>self, </a:t>
            </a:r>
            <a:r>
              <a:rPr lang="en-IN" dirty="0" err="1"/>
              <a:t>obj</a:t>
            </a:r>
            <a:r>
              <a:rPr lang="en-IN" dirty="0"/>
              <a:t>) → Called when you </a:t>
            </a:r>
            <a:r>
              <a:rPr lang="en-IN" b="1" dirty="0"/>
              <a:t>delete</a:t>
            </a:r>
            <a:r>
              <a:rPr lang="en-IN" dirty="0"/>
              <a:t>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249529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745E-5AFF-FB55-0E0F-102E1FDA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4DF0-B474-73A4-3802-D5AD4C5C1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metaclass</a:t>
            </a:r>
            <a:r>
              <a:rPr lang="en-US" dirty="0"/>
              <a:t> is a class whose instances are classes.</a:t>
            </a:r>
            <a:r>
              <a:rPr lang="en-US" b="0" dirty="0"/>
              <a:t> </a:t>
            </a:r>
            <a:br>
              <a:rPr lang="en-US" b="0" dirty="0"/>
            </a:br>
            <a:r>
              <a:rPr lang="en-US" b="0" dirty="0"/>
              <a:t>Just as a class defines the behavior of its objects, </a:t>
            </a:r>
            <a:br>
              <a:rPr lang="en-US" b="0" dirty="0"/>
            </a:br>
            <a:r>
              <a:rPr lang="en-US" b="0" dirty="0"/>
              <a:t>                </a:t>
            </a:r>
            <a:r>
              <a:rPr lang="en-US" dirty="0"/>
              <a:t>a </a:t>
            </a:r>
            <a:r>
              <a:rPr lang="en-US" dirty="0" err="1"/>
              <a:t>metaclass</a:t>
            </a:r>
            <a:r>
              <a:rPr lang="en-US" dirty="0"/>
              <a:t> defines the behavior of its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27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378</TotalTime>
  <Words>321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Quicksand</vt:lpstr>
      <vt:lpstr>ABC Final Theme</vt:lpstr>
      <vt:lpstr>Advanced OOP — Metaclasses, Descriptors &amp; ABCs</vt:lpstr>
      <vt:lpstr>Prerequisites</vt:lpstr>
      <vt:lpstr>Prerequisites</vt:lpstr>
      <vt:lpstr>Abstract Base Classes (ABCs)</vt:lpstr>
      <vt:lpstr>Descriptors</vt:lpstr>
      <vt:lpstr>Descriptors</vt:lpstr>
      <vt:lpstr>Metaclass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5</cp:revision>
  <dcterms:created xsi:type="dcterms:W3CDTF">2026-07-07T12:11:42Z</dcterms:created>
  <dcterms:modified xsi:type="dcterms:W3CDTF">2026-07-09T13:43:09Z</dcterms:modified>
</cp:coreProperties>
</file>