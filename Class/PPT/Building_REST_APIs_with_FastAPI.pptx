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33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9" r:id="rId15"/>
    <p:sldId id="280" r:id="rId16"/>
    <p:sldId id="299" r:id="rId17"/>
    <p:sldId id="3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9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3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6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0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0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2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57507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8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Building REST APIs with </a:t>
            </a:r>
            <a:r>
              <a:rPr dirty="0" err="1">
                <a:solidFill>
                  <a:schemeClr val="tx1"/>
                </a:solidFill>
              </a:rPr>
              <a:t>FastAPI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3DE6E9-2738-0F7A-1A78-8239475D9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  <a:defRPr sz="2000"/>
            </a:pPr>
            <a:r>
              <a:rPr dirty="0"/>
              <a:t>1. JSON (JavaScript Object Notation)</a:t>
            </a:r>
          </a:p>
          <a:p>
            <a:pPr>
              <a:defRPr sz="2000"/>
            </a:pPr>
            <a:r>
              <a:rPr dirty="0"/>
              <a:t>Definition: JSON is a lightweight data interchange format that's easy for humans</a:t>
            </a:r>
            <a:r>
              <a:rPr lang="en-US" dirty="0"/>
              <a:t> </a:t>
            </a:r>
            <a:r>
              <a:rPr dirty="0"/>
              <a:t>to read and write, and easy for machines to parse and generate.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D3FE-E57B-BC5D-96E2-17B78BDE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Format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0ABE7-F23D-06EA-2783-FEB6B57F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3088" indent="0">
              <a:buNone/>
            </a:pPr>
            <a:r>
              <a:rPr lang="en-US" dirty="0"/>
              <a:t>{  </a:t>
            </a:r>
          </a:p>
          <a:p>
            <a:pPr marL="573088" indent="0">
              <a:buNone/>
            </a:pPr>
            <a:r>
              <a:rPr lang="en-US" dirty="0"/>
              <a:t>"name": "John",  </a:t>
            </a:r>
          </a:p>
          <a:p>
            <a:pPr marL="573088" indent="0">
              <a:buNone/>
            </a:pPr>
            <a:r>
              <a:rPr lang="en-US" dirty="0"/>
              <a:t>"age": 30,  </a:t>
            </a:r>
          </a:p>
          <a:p>
            <a:pPr marL="573088" indent="0">
              <a:buNone/>
            </a:pPr>
            <a:r>
              <a:rPr lang="en-US" dirty="0"/>
              <a:t>"city": "New York",  </a:t>
            </a:r>
          </a:p>
          <a:p>
            <a:pPr marL="573088" indent="0">
              <a:buNone/>
            </a:pPr>
            <a:r>
              <a:rPr lang="en-US" dirty="0"/>
              <a:t>"</a:t>
            </a:r>
            <a:r>
              <a:rPr lang="en-US" dirty="0" err="1"/>
              <a:t>isStudent</a:t>
            </a:r>
            <a:r>
              <a:rPr lang="en-US" dirty="0"/>
              <a:t>": false,  </a:t>
            </a:r>
          </a:p>
          <a:p>
            <a:pPr marL="573088" indent="0">
              <a:buNone/>
            </a:pPr>
            <a:r>
              <a:rPr lang="en-US" dirty="0"/>
              <a:t>"hobbies": ["reading", "running"],  </a:t>
            </a:r>
          </a:p>
          <a:p>
            <a:pPr marL="573088" indent="0">
              <a:buNone/>
            </a:pPr>
            <a:r>
              <a:rPr lang="en-US" dirty="0"/>
              <a:t>"address": {    "street": "123 Main St", "zip": "10001"  }</a:t>
            </a:r>
          </a:p>
          <a:p>
            <a:pPr marL="573088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73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2. HTTP Basics</a:t>
            </a:r>
          </a:p>
          <a:p>
            <a:pPr>
              <a:defRPr sz="2000"/>
            </a:pPr>
            <a:r>
              <a:t>Definition: HTTP (Hypertext Transfer Protocol) is the foundation of data</a:t>
            </a:r>
            <a:br/>
            <a:r>
              <a:t>communication on the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REST (Representational State Transfer) is an architectural style for designing</a:t>
            </a:r>
            <a:r>
              <a:rPr lang="en-US" dirty="0"/>
              <a:t> </a:t>
            </a:r>
            <a:r>
              <a:rPr dirty="0"/>
              <a:t>networked applications. </a:t>
            </a:r>
            <a:endParaRPr lang="en-US" dirty="0"/>
          </a:p>
          <a:p>
            <a:pPr>
              <a:defRPr sz="2000"/>
            </a:pPr>
            <a:r>
              <a:rPr dirty="0"/>
              <a:t>A REST API (Application Programming Interface) allows</a:t>
            </a:r>
            <a:r>
              <a:rPr lang="en-US" dirty="0"/>
              <a:t> </a:t>
            </a:r>
            <a:r>
              <a:rPr dirty="0"/>
              <a:t>different software applications to communicate with each other over HTTP</a:t>
            </a:r>
            <a:r>
              <a:rPr lang="en-US" dirty="0"/>
              <a:t>(Hyper Text Transfer Protocol)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</a:t>
            </a:r>
            <a:r>
              <a:rPr dirty="0" err="1"/>
              <a:t>FastAPI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FastAPI</a:t>
            </a:r>
            <a:r>
              <a:rPr dirty="0"/>
              <a:t> is a modern, fast (high-performance) web framework for building APIs</a:t>
            </a:r>
            <a:r>
              <a:rPr lang="en-US" dirty="0"/>
              <a:t> </a:t>
            </a:r>
            <a:r>
              <a:rPr dirty="0"/>
              <a:t>with Python 3.6+ based on standard Python type hints. </a:t>
            </a:r>
            <a:endParaRPr lang="en-US" dirty="0"/>
          </a:p>
          <a:p>
            <a:pPr>
              <a:defRPr sz="2000"/>
            </a:pPr>
            <a:r>
              <a:rPr dirty="0"/>
              <a:t>It's designed to be easy</a:t>
            </a:r>
            <a:r>
              <a:rPr lang="en-US" dirty="0"/>
              <a:t> </a:t>
            </a:r>
            <a:r>
              <a:rPr dirty="0"/>
              <a:t>to use, fast to develop, and highly performant.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Path parameters are variables in the URL path that capture values from the URL.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Query parameters are key-value pairs appended to the URL after a question mark</a:t>
            </a:r>
            <a:r>
              <a:rPr lang="en-US" dirty="0"/>
              <a:t> </a:t>
            </a:r>
            <a:r>
              <a:rPr dirty="0"/>
              <a:t>(?). They are used to filter, sort, or paginate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Pydantic</a:t>
            </a:r>
            <a:r>
              <a:rPr dirty="0"/>
              <a:t> models are Python classes that define the structure of data, providing</a:t>
            </a:r>
            <a:r>
              <a:rPr lang="en-US" dirty="0"/>
              <a:t> </a:t>
            </a:r>
            <a:r>
              <a:rPr dirty="0"/>
              <a:t>automatic validation, serialization, and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Response models define the structure and type of data returned </a:t>
            </a:r>
            <a:br>
              <a:rPr lang="en-US" dirty="0"/>
            </a:br>
            <a:r>
              <a:rPr dirty="0"/>
              <a:t>by your API</a:t>
            </a:r>
            <a:r>
              <a:rPr lang="en-US" dirty="0"/>
              <a:t> </a:t>
            </a:r>
            <a:r>
              <a:rPr dirty="0"/>
              <a:t>endpoints. </a:t>
            </a:r>
            <a:endParaRPr lang="en-US" dirty="0"/>
          </a:p>
          <a:p>
            <a:pPr>
              <a:defRPr sz="2000"/>
            </a:pPr>
            <a:r>
              <a:rPr dirty="0"/>
              <a:t>They provide automatic validation, serialization, and documentation</a:t>
            </a:r>
            <a:br>
              <a:rPr dirty="0"/>
            </a:br>
            <a:r>
              <a:rPr dirty="0"/>
              <a:t>of responses.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Error handling in </a:t>
            </a:r>
            <a:r>
              <a:rPr dirty="0" err="1"/>
              <a:t>FastAPI</a:t>
            </a:r>
            <a:r>
              <a:rPr dirty="0"/>
              <a:t> allows you to gracefully handle exceptions and return</a:t>
            </a:r>
            <a:r>
              <a:rPr lang="en-US" dirty="0"/>
              <a:t> </a:t>
            </a:r>
            <a:r>
              <a:rPr dirty="0"/>
              <a:t>meaningful error responses to clients.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 an item with proper error handling.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Exception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async def validation_exception_handler(request: Request, exc:</a:t>
            </a:r>
            <a:br/>
            <a:r>
              <a:t>RequestValidationError):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Dependency Injection (DI) is a design pattern where objects receive their</a:t>
            </a:r>
            <a:br/>
            <a:r>
              <a:t>dependencies from external sources rather than creating them internally.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Dependency injection is like ordering ingredients instead of growing them</a:t>
            </a:r>
            <a:br/>
            <a:r>
              <a:t>yourself: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Authentication verifies who you are, while authorization determines what you can</a:t>
            </a:r>
            <a:r>
              <a:rPr lang="en-US" dirty="0"/>
              <a:t> </a:t>
            </a:r>
            <a:r>
              <a:rPr dirty="0"/>
              <a:t>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Authentication is like showing your ID at a nightclub, while authorization is</a:t>
            </a:r>
            <a:br/>
            <a:r>
              <a:t>which areas you can access inside: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956</TotalTime>
  <Words>426</Words>
  <Application>Microsoft Office PowerPoint</Application>
  <PresentationFormat>Widescreen</PresentationFormat>
  <Paragraphs>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IBM Plex Sans</vt:lpstr>
      <vt:lpstr>Quicksand</vt:lpstr>
      <vt:lpstr>ABC Final Theme</vt:lpstr>
      <vt:lpstr>Building REST APIs with FastAPI</vt:lpstr>
      <vt:lpstr>Prerequisite</vt:lpstr>
      <vt:lpstr>JSON Format</vt:lpstr>
      <vt:lpstr>PowerPoint Presentation</vt:lpstr>
      <vt:lpstr>Definition</vt:lpstr>
      <vt:lpstr>What is FastAPI?</vt:lpstr>
      <vt:lpstr>Definition</vt:lpstr>
      <vt:lpstr>Definition</vt:lpstr>
      <vt:lpstr>Definition</vt:lpstr>
      <vt:lpstr>Definition</vt:lpstr>
      <vt:lpstr>Definition</vt:lpstr>
      <vt:lpstr>PowerPoint Presentation</vt:lpstr>
      <vt:lpstr>Global Exception Handlers</vt:lpstr>
      <vt:lpstr>Definition</vt:lpstr>
      <vt:lpstr>Simple Analogy</vt:lpstr>
      <vt:lpstr>Definition</vt:lpstr>
      <vt:lpstr>Simple Analogy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12</cp:revision>
  <dcterms:created xsi:type="dcterms:W3CDTF">2013-01-27T09:14:16Z</dcterms:created>
  <dcterms:modified xsi:type="dcterms:W3CDTF">2026-08-07T12:13:51Z</dcterms:modified>
  <cp:category/>
</cp:coreProperties>
</file>